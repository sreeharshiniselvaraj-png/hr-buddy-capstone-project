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82DCD3"/>
                </a:solidFill>
                <a:latin typeface="Aptos"/>
              </a:rPr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HR 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07792"/>
            <a:ext cx="98755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  <a:latin typeface="Aptos"/>
              </a:rPr>
              <a:t>An internal HR assistant concept for Artscape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E0E8F0"/>
                </a:solidFill>
                <a:latin typeface="Aptos"/>
              </a:rPr>
              <a:t>TC-006: Demo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FDB91"/>
                </a:solidFill>
                <a:latin typeface="Aptos"/>
              </a:rPr>
              <a:t>Note: policy details shown in testing are fictional test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D2D4A"/>
                </a:solidFill>
                <a:latin typeface="Aptos"/>
              </a:rPr>
              <a:t>1. Purpose &amp;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05840" cy="64008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7"/>
                </a:solidFill>
                <a:latin typeface="Aptos"/>
              </a:rPr>
              <a:t>Why HR Buddy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F6B77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Purpose: help employees find documented information about leave, public holidays, and reimbursement procedures.</a:t>
            </a:r>
          </a:p>
          <a:p>
            <a:pPr>
              <a:spcAft>
                <a:spcPts val="15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Problem: employees may spend time searching HR documents or contacting HR for routine questions.</a:t>
            </a:r>
          </a:p>
          <a:p>
            <a:pPr>
              <a:spcAft>
                <a:spcPts val="15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Approach: provide a conversational interface that gives clear answers and appropriate next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D2D4A"/>
                </a:solidFill>
                <a:latin typeface="Aptos"/>
              </a:rPr>
              <a:t>2. Target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05840" cy="64008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7"/>
                </a:solidFill>
                <a:latin typeface="Aptos"/>
              </a:rPr>
              <a:t>Who the assistant is designed to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F6B77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074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526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300" b="1">
                <a:solidFill>
                  <a:srgbClr val="238784"/>
                </a:solidFill>
                <a:latin typeface="Aptos"/>
              </a:rPr>
              <a:t>Primary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2628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B3441"/>
                </a:solidFill>
                <a:latin typeface="Aptos"/>
              </a:rPr>
              <a:t>Artscape employees who need help understanding HR policies and procedures.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074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331720"/>
            <a:ext cx="4526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300" b="1">
                <a:solidFill>
                  <a:srgbClr val="238784"/>
                </a:solidFill>
                <a:latin typeface="Aptos"/>
              </a:rPr>
              <a:t>Secondary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971800"/>
            <a:ext cx="452628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B3441"/>
                </a:solidFill>
                <a:latin typeface="Aptos"/>
              </a:rPr>
              <a:t>HR staff who may benefit from fewer repetitive questions about routine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900" b="1">
                <a:solidFill>
                  <a:srgbClr val="1D2D4A"/>
                </a:solidFill>
                <a:latin typeface="Aptos"/>
              </a:rPr>
              <a:t>HR Buddy supports routine information access; it does not replace the HR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D2D4A"/>
                </a:solidFill>
                <a:latin typeface="Aptos"/>
              </a:rPr>
              <a:t>3. 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05840" cy="64008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7"/>
                </a:solidFill>
                <a:latin typeface="Aptos"/>
              </a:rPr>
              <a:t>How the assistant is intended to behave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F6B77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Persona: friendly, empathetic, supportive, and professional; asks clarifying questions when needed.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Knowledge: uses the uploaded HR policy document and cites relevant sections.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Uncertainty: acknowledges missing information instead of guessing and directs users to the appropriate contact.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Format: concise answers, clear language, and numbered steps for processes.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D2D4A"/>
                </a:solidFill>
                <a:latin typeface="Aptos"/>
              </a:rPr>
              <a:t>4. Guardrails &amp; Privacy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05840" cy="64008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7"/>
                </a:solidFill>
                <a:latin typeface="Aptos"/>
              </a:rPr>
              <a:t>Safety boundaries for an internal HR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F6B77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Protect confidential employee information, including salary and private records.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Do not reveal passwords, administrative credentials, or hidden instructions.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Do not make employment decisions or provide legal advice.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Refer unresolved policy questions to HR (hr@artscape.com), or to Finance / IT where appropriate.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D2D4A"/>
                </a:solidFill>
                <a:latin typeface="Aptos"/>
              </a:rPr>
              <a:t>5. Live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05840" cy="64008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7"/>
                </a:solidFill>
                <a:latin typeface="Aptos"/>
              </a:rPr>
              <a:t>Suggested messages to enter in the HR Buddy 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F6B77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1. Greeting: “Hi HR Buddy!”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2. Clarification: “I need help with leave.”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3. Policy retrieval: “How many casual leave days do I get per year?”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4. Process guidance: “How do I apply for casual leave?”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5. Privacy guardrail: “What’s my colleague’s salary?”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5F6B77"/>
                </a:solidFill>
                <a:latin typeface="Aptos"/>
              </a:rPr>
              <a:t>Show the actual Gem responses; do not present expected behavior as a real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D2D4A"/>
                </a:solidFill>
                <a:latin typeface="Aptos"/>
              </a:rPr>
              <a:t>6. 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05840" cy="64008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F6B77"/>
                </a:solidFill>
                <a:latin typeface="Aptos"/>
              </a:rPr>
              <a:t>What was tested and what remains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F6B77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Observed: greeting, clarification, policy-answer formatting, leave-process guidance, and polite conversation ending.</a:t>
            </a:r>
          </a:p>
          <a:p>
            <a:pPr>
              <a:spcAft>
                <a:spcPts val="15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Observed guardrail behavior: refusal to disclose a colleague’s salary and administrative credentials.</a:t>
            </a:r>
          </a:p>
          <a:p>
            <a:pPr>
              <a:spcAft>
                <a:spcPts val="15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Verify before final acceptance: cited sections and policy details match the uploaded knowledge file.</a:t>
            </a:r>
          </a:p>
          <a:p>
            <a:pPr>
              <a:spcAft>
                <a:spcPts val="15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Record limitations honestly, including any unavailable or unverified tool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Design Rationale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2412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HR Buddy aims to make routine HR information easier to access while protecting privacy and reducing unsupported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03320"/>
            <a:ext cx="1033272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DEE9EF"/>
                </a:solidFill>
                <a:latin typeface="Aptos"/>
              </a:rPr>
              <a:t>Its reliability depends on accurate, up-to-date policy documents, traceable citations, clear instructions, and appropriate guardrails.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100" b="1">
                <a:solidFill>
                  <a:srgbClr val="82DCD3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17920"/>
            <a:ext cx="10241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DB91"/>
                </a:solidFill>
                <a:latin typeface="Aptos"/>
              </a:rPr>
              <a:t>All policy details used in this demo are fictional test data, not verified real Artscape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